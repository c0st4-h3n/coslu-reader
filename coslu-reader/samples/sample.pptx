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P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9144000" cy="51435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Slide de abertura. Falar do boot path O(1) e do tema da marca.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Aqui mostrar o navegador e alternar as notas.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Fechar reforçando a tese O(1) por formato.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Img" Type="http://schemas.openxmlformats.org/officeDocument/2006/relationships/image" Target="../media/image1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Img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Notes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p>
            <a:r>
              <a:t>Coslu Reader — visualizador universal</a:t>
            </a:r>
          </a:p>
        </p:txBody>
      </p:sp>
      <p:sp>
        <p:nvSpPr>
          <p:cNvPr id="2" name="Body"/>
          <p:cNvSpPr/>
          <p:nvPr>
            <p:ph idx="1"/>
          </p:nvPr>
        </p:nvSpPr>
        <p:spPr/>
        <p:txBody>
          <a:bodyPr/>
          <a:p>
            <a:pPr lvl="0"/>
            <a:r>
              <a:t>Local-first · leve · auditável</a:t>
            </a:r>
          </a:p>
          <a:p>
            <a:pPr lvl="0"/>
            <a:r>
              <a:t>COSLU LABZ — Academic Journal Brutalism</a:t>
            </a:r>
          </a:p>
        </p:txBody>
      </p:sp>
      <p:pic>
        <p:nvPicPr>
          <p:cNvPr id="9" name="img"/>
          <p:cNvPicPr/>
          <p:nvPr/>
        </p:nvPicPr>
        <p:blipFill>
          <a:blip r:embed="rIdImg"/>
          <a:stretch>
            <a:fillRect/>
          </a:stretch>
        </p:blipFill>
        <p:spPr/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p>
            <a:r>
              <a:t>PPTX Tier A — bem-feito</a:t>
            </a:r>
          </a:p>
        </p:txBody>
      </p:sp>
      <p:sp>
        <p:nvSpPr>
          <p:cNvPr id="2" name="Body"/>
          <p:cNvSpPr/>
          <p:nvPr>
            <p:ph idx="1"/>
          </p:nvPr>
        </p:nvSpPr>
        <p:spPr/>
        <p:txBody>
          <a:bodyPr/>
          <a:p>
            <a:pPr lvl="0"/>
            <a:r>
              <a:t>Ordem real via presentation.xml</a:t>
            </a:r>
          </a:p>
          <a:p>
            <a:pPr lvl="1"/>
            <a:r>
              <a:t>Imagens associadas ao slide certo (rels)</a:t>
            </a:r>
          </a:p>
          <a:p>
            <a:pPr lvl="1"/>
            <a:r>
              <a:t>Hierarquia de bullets por nível</a:t>
            </a:r>
          </a:p>
          <a:p>
            <a:pPr lvl="0"/>
            <a:r>
              <a:t>Notas do apresentador + navegador slide-a-slide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p>
            <a:r>
              <a:t>Segurança §13</a:t>
            </a:r>
          </a:p>
        </p:txBody>
      </p:sp>
      <p:sp>
        <p:nvSpPr>
          <p:cNvPr id="2" name="Body"/>
          <p:cNvSpPr/>
          <p:nvPr>
            <p:ph idx="1"/>
          </p:nvPr>
        </p:nvSpPr>
        <p:spPr/>
        <p:txBody>
          <a:bodyPr/>
          <a:p>
            <a:pPr lvl="0"/>
            <a:r>
              <a:t>Só textContent — sem innerHTML</a:t>
            </a:r>
          </a:p>
          <a:p>
            <a:pPr lvl="0"/>
            <a:r>
              <a:t>DOMParser application/xml — sem XXE</a:t>
            </a:r>
          </a:p>
          <a:p>
            <a:pPr lvl="1"/>
            <a:r>
              <a:t>Imagens via &lt;img&gt; blob</a:t>
            </a:r>
          </a:p>
        </p:txBody>
      </p:sp>
      <p:pic>
        <p:nvPicPr>
          <p:cNvPr id="9" name="img"/>
          <p:cNvPicPr/>
          <p:nvPr/>
        </p:nvPicPr>
        <p:blipFill>
          <a:blip r:embed="rIdImg"/>
          <a:stretch>
            <a:fillRect/>
          </a:stretch>
        </p:blipFill>
        <p:spPr/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p>
            <a:r>
              <a:t>Arquitetura</a:t>
            </a:r>
          </a:p>
        </p:txBody>
      </p:sp>
      <p:sp>
        <p:nvSpPr>
          <p:cNvPr id="2" name="Body"/>
          <p:cNvSpPr/>
          <p:nvPr>
            <p:ph idx="1"/>
          </p:nvPr>
        </p:nvSpPr>
        <p:spPr/>
        <p:txBody>
          <a:bodyPr/>
          <a:p>
            <a:pPr lvl="0"/>
            <a:r>
              <a:t>Reusa fflate + DOMParser nativo</a:t>
            </a:r>
          </a:p>
          <a:p>
            <a:pPr lvl="1"/>
            <a:r>
              <a:t>Zero dependência nova pesada</a:t>
            </a:r>
          </a:p>
          <a:p>
            <a:pPr lvl="0"/>
            <a:r>
              <a:t>Entry intocado ~198 KB</a:t>
            </a:r>
          </a:p>
        </p:txBody>
      </p:sp>
    </p:spTree>
  </p:cSld>
</p:sld>
</file>